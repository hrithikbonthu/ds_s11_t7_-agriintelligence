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3"/>
  </p:notesMasterIdLst>
  <p:sldIdLst>
    <p:sldId id="262" r:id="rId3"/>
    <p:sldId id="707" r:id="rId4"/>
    <p:sldId id="257" r:id="rId5"/>
    <p:sldId id="903" r:id="rId6"/>
    <p:sldId id="902" r:id="rId7"/>
    <p:sldId id="258" r:id="rId8"/>
    <p:sldId id="905" r:id="rId9"/>
    <p:sldId id="259" r:id="rId10"/>
    <p:sldId id="260" r:id="rId11"/>
    <p:sldId id="90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A8988E-0801-4E01-A4C1-735FC7FCE4EE}" v="4" dt="2026-09-18T06:14:10.8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#1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#1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256136" y="5022334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99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altLang="en-US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P. Sree Bhuvaneswari – 2420030519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altLang="en-US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M. Sheranya – 2420030747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altLang="en-US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B. Hrithik – 2420030502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030101"/>
              </p:ext>
            </p:extLst>
          </p:nvPr>
        </p:nvGraphicFramePr>
        <p:xfrm>
          <a:off x="-1" y="4819510"/>
          <a:ext cx="4405023" cy="16854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543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Ms. </a:t>
                      </a:r>
                      <a:r>
                        <a:rPr lang="en-US" alt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Bonagani</a:t>
                      </a:r>
                      <a:r>
                        <a:rPr lang="en-US" alt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 Prathusha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 </a:t>
                      </a:r>
                      <a:r>
                        <a:rPr lang="en-IN" alt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Assistant 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8187" y="810857"/>
            <a:ext cx="1071562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AgriIntelligence – End-to-End Crop, Weather &amp; Market Analytics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(24AD3107) Project Review-1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/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Challenges</a:t>
              </a: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Research Objectives</a:t>
              </a: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Conclusion &amp; Future Work</a:t>
              </a: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Publications Details</a:t>
              </a: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pic>
          <p:nvPicPr>
            <p:cNvPr id="7" name="Graphic 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/>
            <p:cNvSpPr txBox="1"/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Focus</a:t>
              </a: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/>
            <p:cNvSpPr txBox="1"/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Introduction</a:t>
              </a: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</p:grpSp>
      <p:graphicFrame>
        <p:nvGraphicFramePr>
          <p:cNvPr id="26" name="Diagram 25"/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21360" y="1779905"/>
            <a:ext cx="10935335" cy="443547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data such as crop yield, weather conditions, and market prices is available from different sources and is often analyzed separately.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it difficult to understand:</a:t>
            </a:r>
          </a:p>
          <a:p>
            <a:pPr>
              <a:buFont typeface="Arial" panose="020B0604020202020204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weather affects crop yield </a:t>
            </a:r>
          </a:p>
          <a:p>
            <a:pPr>
              <a:buFont typeface="Arial" panose="020B0604020202020204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crop yield changes affect market prices </a:t>
            </a:r>
          </a:p>
          <a:p>
            <a:pPr>
              <a:buFont typeface="Arial" panose="020B0604020202020204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these factors are connected 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integrated analytics platform that combines crop, weather, and market data to generate useful agricultural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862330" y="1756410"/>
            <a:ext cx="10680700" cy="43116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crop yield, weather, and market price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clean and preprocess the collected data.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integrate the three different data sources.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the relationship between weather and crop yield.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crop and market price trends.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forecast future crop prices using historical data.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an interactive dashboard for visualizing agricultural trends.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data-driven decision-making.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/>
        </p:nvGraphicFramePr>
        <p:xfrm>
          <a:off x="274646" y="689466"/>
          <a:ext cx="11642705" cy="51441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294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2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447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M. Khaki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Deep Neural Networks for Crop Yield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en-US" sz="20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en-US" sz="20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Predicts crop yield using agricultural and environmental factors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Focuses mainly on yield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06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Jeong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Random Forests for Global and Regional Crop Yield Predictions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Uses weather and agricultural data for yield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Does not focus on market prices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275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Agricultural Data Analytics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Weather and Crop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en-US" sz="2000" b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/ ML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Identifies relationships between weather and crop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en-US" sz="2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Usually analyzes individual data sources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00355" y="1496695"/>
            <a:ext cx="4597400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Crop Data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Separate Analysis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↓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Weather Data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Separate Analysis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↓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Market Data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Separate Analysis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033645" y="1496695"/>
            <a:ext cx="3853815" cy="3143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approaches do not provide a single integrated platform connecting:</a:t>
            </a:r>
          </a:p>
          <a:p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Weather → Crop Yield → Market Price</a:t>
            </a:r>
          </a:p>
          <a:p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44000" y="1496695"/>
            <a:ext cx="2743200" cy="5226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Crop Data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↓  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Weather Data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↓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Market Data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↓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Integrated Analytics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↓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Patterns &amp; Relationships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↓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Price Forecasting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↓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Agricultural Insights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73D93-40B4-3235-36DA-C432337BD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5285" y="315687"/>
            <a:ext cx="4525201" cy="729342"/>
          </a:xfrm>
        </p:spPr>
        <p:txBody>
          <a:bodyPr>
            <a:normAutofit/>
          </a:bodyPr>
          <a:lstStyle/>
          <a:p>
            <a:r>
              <a:rPr lang="en-IN" sz="3200" b="1"/>
              <a:t>   System </a:t>
            </a:r>
            <a:r>
              <a:rPr lang="en-IN" sz="3200" b="1" dirty="0"/>
              <a:t>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3C1A69-B5D2-7D99-DB34-AC4C34BBDD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582" r="-2354"/>
          <a:stretch>
            <a:fillRect/>
          </a:stretch>
        </p:blipFill>
        <p:spPr>
          <a:xfrm>
            <a:off x="566057" y="1133221"/>
            <a:ext cx="11527972" cy="540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399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871220" y="1471295"/>
            <a:ext cx="10517505" cy="486219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Combines three different agricultural data sources. </a:t>
            </a: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Connects agricultural, climatic, and economic information. </a:t>
            </a: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Studies the relationship between weather and crop yield. </a:t>
            </a: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Analyzes how yield changes may relate to market-price changes. </a:t>
            </a: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Provides crop-price forecasting. </a:t>
            </a:r>
          </a:p>
          <a:p>
            <a:pPr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Presents the results through an interactive dashboard. </a:t>
            </a:r>
          </a:p>
          <a:p>
            <a:pPr indent="0">
              <a:buFont typeface="Arial" panose="020B0604020202020204"/>
              <a:buNone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ct val="60000"/>
              </a:spcAft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main novelty is the integration of crop yield + weather + market price data in one analytics platform, instead of analyzing each dataset separately.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17399" y="1490592"/>
            <a:ext cx="5080000" cy="51891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can be developed using commonly available Data Science technologies such as:</a:t>
            </a:r>
          </a:p>
          <a:p>
            <a:pPr>
              <a:buFont typeface="Arial" panose="020B0604020202020204"/>
              <a:buChar char="•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</a:p>
          <a:p>
            <a:pPr>
              <a:buFont typeface="Arial" panose="020B0604020202020204"/>
              <a:buChar char="•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</a:t>
            </a:r>
          </a:p>
          <a:p>
            <a:pPr>
              <a:buFont typeface="Arial" panose="020B0604020202020204"/>
              <a:buChar char="•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NumPy </a:t>
            </a:r>
          </a:p>
          <a:p>
            <a:pPr>
              <a:buFont typeface="Arial" panose="020B0604020202020204"/>
              <a:buChar char="•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Matplotlib / Seaborn </a:t>
            </a:r>
          </a:p>
          <a:p>
            <a:pPr>
              <a:buFont typeface="Arial" panose="020B0604020202020204"/>
              <a:buChar char="•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 </a:t>
            </a:r>
          </a:p>
          <a:p>
            <a:pPr>
              <a:buFont typeface="Arial" panose="020B0604020202020204"/>
              <a:buChar char="•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Time-series forecasting </a:t>
            </a:r>
          </a:p>
          <a:p>
            <a:pPr>
              <a:buFont typeface="Arial" panose="020B0604020202020204"/>
              <a:buChar char="•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Feasibility</a:t>
            </a:r>
          </a:p>
          <a:p>
            <a:endParaRPr lang="en-IN" sz="1600" b="1" dirty="0"/>
          </a:p>
          <a:p>
            <a:r>
              <a:rPr lang="en-IN" sz="1600" dirty="0"/>
              <a:t>The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uses publicly available sources: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data.gov.in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Crop data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Weather data </a:t>
            </a:r>
          </a:p>
          <a:p>
            <a:pPr lvl="0"/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Agmarknet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Market price </a:t>
            </a:r>
            <a:r>
              <a:rPr lang="en-IN" sz="1600" dirty="0"/>
              <a:t>data</a:t>
            </a:r>
          </a:p>
          <a:p>
            <a:pPr>
              <a:buFont typeface="Arial" panose="020B0604020202020204"/>
              <a:buChar char="•"/>
            </a:pPr>
            <a:endParaRPr lang="en-IN" sz="1600" dirty="0"/>
          </a:p>
          <a:p>
            <a:r>
              <a:rPr lang="en-IN" sz="1600" dirty="0"/>
              <a:t>.</a:t>
            </a:r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EA27-BD8F-635F-7A16-520574D7B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39" y="365125"/>
            <a:ext cx="10795861" cy="62676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Methods used in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5238B-1125-C936-66FE-4DC58DE0B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939" y="1108129"/>
            <a:ext cx="11050292" cy="5068834"/>
          </a:xfrm>
        </p:spPr>
        <p:txBody>
          <a:bodyPr>
            <a:normAutofit fontScale="47500" lnSpcReduction="20000"/>
          </a:bodyPr>
          <a:lstStyle/>
          <a:p>
            <a:pPr lvl="0"/>
            <a:r>
              <a:rPr lang="en-IN" b="1" dirty="0"/>
              <a:t>Data Collection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Collect crop yield data from </a:t>
            </a:r>
            <a:r>
              <a:rPr lang="en-IN" b="1" dirty="0"/>
              <a:t>data.gov.in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Weather data from </a:t>
            </a:r>
            <a:r>
              <a:rPr lang="en-IN" b="1" dirty="0"/>
              <a:t>IMD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Market price data from </a:t>
            </a:r>
            <a:r>
              <a:rPr lang="en-IN" b="1" dirty="0" err="1"/>
              <a:t>Agmarknet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Data Cleaning &amp; Preprocessing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Remove missing or incorrect values </a:t>
            </a:r>
          </a:p>
          <a:p>
            <a:pPr lvl="1"/>
            <a:r>
              <a:rPr lang="en-IN" dirty="0"/>
              <a:t>Convert data into a common format </a:t>
            </a:r>
          </a:p>
          <a:p>
            <a:pPr lvl="1"/>
            <a:r>
              <a:rPr lang="en-IN" dirty="0"/>
              <a:t>Prepare the datasets for analysis. </a:t>
            </a:r>
          </a:p>
          <a:p>
            <a:pPr lvl="0"/>
            <a:r>
              <a:rPr lang="en-IN" b="1" dirty="0"/>
              <a:t>Data Integration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Combine the </a:t>
            </a:r>
            <a:r>
              <a:rPr lang="en-IN" b="1" dirty="0"/>
              <a:t>crop, weather, and market datasets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This is an important part of our project because the three datasets are originally separate. </a:t>
            </a:r>
          </a:p>
          <a:p>
            <a:pPr lvl="0"/>
            <a:r>
              <a:rPr lang="en-IN" b="1" dirty="0"/>
              <a:t>Exploratory Data Analysis (EDA)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Study crop yield trends </a:t>
            </a:r>
          </a:p>
          <a:p>
            <a:pPr lvl="1"/>
            <a:r>
              <a:rPr lang="en-IN" dirty="0"/>
              <a:t>Study weather patterns </a:t>
            </a:r>
          </a:p>
          <a:p>
            <a:pPr lvl="1"/>
            <a:r>
              <a:rPr lang="en-IN" dirty="0"/>
              <a:t>Study market price trends </a:t>
            </a:r>
          </a:p>
          <a:p>
            <a:pPr lvl="1"/>
            <a:r>
              <a:rPr lang="en-IN" dirty="0"/>
              <a:t>Use graphs and visualizations to understand the data. </a:t>
            </a:r>
          </a:p>
          <a:p>
            <a:pPr lvl="0"/>
            <a:r>
              <a:rPr lang="en-IN" b="1" dirty="0"/>
              <a:t>Correlation Analysis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Find relationships between </a:t>
            </a:r>
            <a:r>
              <a:rPr lang="en-IN" b="1" dirty="0"/>
              <a:t>weather conditions and crop yield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For example, study whether changes in rainfall or temperature are associated with changes in yield. </a:t>
            </a:r>
          </a:p>
          <a:p>
            <a:pPr lvl="0"/>
            <a:r>
              <a:rPr lang="en-IN" b="1" dirty="0"/>
              <a:t>Time-Series Forecasting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Use historical market-price data to predict </a:t>
            </a:r>
            <a:r>
              <a:rPr lang="en-IN" b="1" dirty="0"/>
              <a:t>future crop prices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Interactive Dashboard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Display crop-wise, region-wise, weather, and market trends in an easy-to-understand visual form.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7216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723</Words>
  <Application>Microsoft Office PowerPoint</Application>
  <PresentationFormat>Widescreen</PresentationFormat>
  <Paragraphs>166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System Architecture</vt:lpstr>
      <vt:lpstr>PowerPoint Presentation</vt:lpstr>
      <vt:lpstr>PowerPoint Presentation</vt:lpstr>
      <vt:lpstr>                        Methods used in the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PEDDIREDDY SREE BHUVANESWARI 2420030519</cp:lastModifiedBy>
  <cp:revision>34</cp:revision>
  <dcterms:created xsi:type="dcterms:W3CDTF">2026-08-08T06:33:00Z</dcterms:created>
  <dcterms:modified xsi:type="dcterms:W3CDTF">2026-09-19T03:11:25Z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50C2D62FB7994396B6F7DAB0E3843D45_13</vt:lpwstr>
  </property>
  <property fmtid="{D5CDD505-2E9C-101B-9397-08002B2CF9AE}" pid="3" name="KSOProductBuildVer">
    <vt:lpwstr>1033-12.1.0.28485</vt:lpwstr>
  </property>
</Properties>
</file>